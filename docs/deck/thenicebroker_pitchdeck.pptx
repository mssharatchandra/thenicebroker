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TheNiceBroker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463040" cy="45720"/>
          </a:xfrm>
          <a:prstGeom prst="rect">
            <a:avLst/>
          </a:prstGeom>
          <a:solidFill>
            <a:srgbClr val="8ED1AD"/>
          </a:solidFill>
          <a:ln w="12700">
            <a:solidFill>
              <a:srgbClr val="8ED1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AI rental concierge for NoBroker-style marketplaces. Voice-first, never pushy, names tradeoffs before recommending.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D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https://thenicebroker.vercel.app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D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·  https://github.com/mssharatchandra/thenicebroker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assignment artifact — Full Stack + AI Solutions Engineer + Founder's Office. One product, three lenses.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68335" y="14630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8168335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AI-handled call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34095" y="3840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₹200–₹400 of RM time on the same shape-finding inbound.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9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wedge: cut RM load without cutting renter trust.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WHY THIS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NoBroker spends RM-minutes on the same inbound shape-finding call, every 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5 minutes of every rental call is the same loop: which area, which BHK, what budget, when can you move. A voice agent that handles that loop honestly is the highest-leverage swap in the funnel.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515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₹200–₹400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RM-handled inbound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5152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Relationship-manager payroll scales linearly with rental demand. Most of those minutes are spent on requirement-extraction, not human judgment.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8218" y="2743200"/>
            <a:ext cx="3515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3A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gap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38218" y="3611880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distrust commission-driven scripts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38218" y="4160520"/>
            <a:ext cx="35152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NoBroker's brand is literally 'no broker' — but the inbound experience still feels like one. An agent that names tradeoffs is a brand-promise upgrade, not just a cost play.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7797" y="2743200"/>
            <a:ext cx="3515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C8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P&amp;L lines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27797" y="3611880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expanding 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797" y="4160520"/>
            <a:ext cx="35152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today, sales next, home services after. Same prompt scaffold, same function-tool pattern. Engineering cost compounds; contract value compounds with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· NoBroker · Bangalore HQ · ~$1B+ valuation · marketplace, not a builder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fuzzy phone call to a booked visit,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observable in the operator dashboard. The renter never feels the seams.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02920" cy="457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Renter calls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picks up. Welcome message sets the trust posture: 'I'll call out the tradeoffs too.' Hindi/Kannada/English supported.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2194560"/>
            <a:ext cx="502920" cy="45720"/>
          </a:xfrm>
          <a:prstGeom prst="rect">
            <a:avLst/>
          </a:prstGeom>
          <a:solidFill>
            <a:srgbClr val="4C8CAB"/>
          </a:solidFill>
          <a:ln w="12700">
            <a:solidFill>
              <a:srgbClr val="4C8C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8218" y="2304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Profile extracted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38218" y="2788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extracts name, phone, area, BHK, budget, occupants, parking, move-in. Calls upsert_lead after every meaningful update.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2194560"/>
            <a:ext cx="502920" cy="4572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797" y="2304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Honest search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7797" y="2788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search_inventory with normalized filters. Backend ranks 76 listings on 9 weighted axes and returns reasons + flags.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02920" cy="45720"/>
          </a:xfrm>
          <a:prstGeom prst="rect">
            <a:avLst/>
          </a:prstGeom>
          <a:solidFill>
            <a:srgbClr val="B85C4D"/>
          </a:solidFill>
          <a:ln w="12700">
            <a:solidFill>
              <a:srgbClr val="B85C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90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Compare aloud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top 2-3 listings with one downside each. compare_listings produces axis-by-axis verdicts.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8218" y="4480560"/>
            <a:ext cx="502920" cy="457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8218" y="4590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Book a visit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38218" y="5074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book_visit takes a slot ('tomorrow 6:30pm' or ISO) and writes to the visits table. Confirms back to caller.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7797" y="4480560"/>
            <a:ext cx="502920" cy="45720"/>
          </a:xfrm>
          <a:prstGeom prst="rect">
            <a:avLst/>
          </a:prstGeom>
          <a:solidFill>
            <a:srgbClr val="4C8CAB"/>
          </a:solidFill>
          <a:ln w="12700">
            <a:solidFill>
              <a:srgbClr val="4C8C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7797" y="4590288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Summary + handoff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7797" y="5074920"/>
            <a:ext cx="35152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send_summary closes the loop. Operator sees the call, profile, transcript, visit, and unit economics in /inbox.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surfaces · /inbox · /listings · /visits · /leads · /demand · /economics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 &amp; BOLNA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+ Neon Postgres + Bolna voice agent, talking over signed webhooks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runs the voice + LLM. Our app owns the data shape, the comparison logic, and the operator UI.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↔ TheNiceBroker contract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91440" cy="91440"/>
          </a:xfrm>
          <a:prstGeom prst="rect">
            <a:avLst/>
          </a:prstGeom>
          <a:solidFill>
            <a:srgbClr val="4C8CAB"/>
          </a:solidFill>
          <a:ln w="12700">
            <a:solidFill>
              <a:srgbClr val="4C8C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/api/bolna/webhook receives call.started, call.ended, transcript.updated. Constant-time secret check; 4 header forms supported.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function tools — Next.js route handlers, Zod-validated, idempotent: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/api/agent/upsert-lead — merges partial profiles by call_id, phone, or email.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91440" cy="9144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/api/agent/search — 9-axis weighted scoring; locality 'AECS Layout' → Marathahalli; soft move_in_by penalty so listings are never silently dropped.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91440" cy="9144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/api/agent/compare — axis-by-axis verdicts (best / worst / neutral).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91440" cy="9144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46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/api/agent/book-visit — accepts ISO or natural language ('tomorrow evening').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422392"/>
            <a:ext cx="91440" cy="91440"/>
          </a:xfrm>
          <a:prstGeom prst="rect">
            <a:avLst/>
          </a:prstGeom>
          <a:solidFill>
            <a:srgbClr val="E3A634"/>
          </a:solidFill>
          <a:ln w="12700">
            <a:solidFill>
              <a:srgbClr val="E3A6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/api/agent/send-summary — never fires with zero listings (prompt rule + backend guard).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925312"/>
            <a:ext cx="91440" cy="9144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521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accept both nested ({filters: {...}}) and flat Bolna tool-call payloads — Bolna's UI is easier to wire with flat fields.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3317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· React 19 · Tailwind v4 · TS strict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LLM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58200" y="27889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· ElevenLabs · Deepgram · GPT-4o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3246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routes · Zod validation · constant-time auth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3703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interface · 76 mock listings · honesty in the schema (caveats[])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8200" y="4160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· Drizzle ORM · 5 tables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6177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GitHub Actions · pnpm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5532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(Bolna lifecycle) · leads (caller profile, merged across tool calls) · visits (booked slots) · shortlists (per-call picks) · agent_events (raw webhook log, cheap insurance for replay).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https://github.com/mssharatchandra/thenicebroker    Live · https://thenicebroker.vercel.app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WHY EACH DECISION WAS MADE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choices that look small on the diff and load-bearing on the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came from a real failure mode or a real cost — not from defaults.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Marketplace, not builder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8288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 the call volume of selling-side, and the 'no broker' brand pairs naturally with a renter-advocate agent. Bigger contract, better story, same engineering effort.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414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inventory behind a provider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4414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bengaluru.rent forbids scraping; partnership is the right post-assignment path. The InventoryProvider abstraction means swapping to real data is one file, not a rewrite.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540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in the data shape, not just the prompt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05409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has a caveats[] field. The agent reads it aloud. Trust isn't a slide claim — it's enforced at the schema level so it can't be prompted away.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667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Postgres-only, no SQLite fallback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66674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DB locally and in prod. Neon's HTTP driver removes connection-pooling pain on Vercel. Simpler is faster to ship and easier to reason about.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793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tools accept flat or nested payloads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27939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Bolna's tool config UI prefers flat fields. The repo schema is nested. Coercing on the way in keeps both ergonomic without forking the route.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920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move-in filter, not hard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48920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LLMs commonly send first-of-month dates ('2026-05-01'), which would silently drop most listings. Soft scoring lets the agent narrate the tradeoff instead of returning empty.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550408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046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Locality → area normalization at the edge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550468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say 'AECS Layout', not 'Marathahalli'. The route maps known sub-localities to parent areas and drops unknown strings rather than 400-rejecting the whole search.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163056"/>
            <a:ext cx="73152" cy="4572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117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shadcn, no auth, no SMS send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61173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Five-day take-home. Each cut was deliberate: lean deps, single-tenant operator dashboard, send_summary stubbed with a logged record. None of these block the demo.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decisions log · AGENTS.md in the repo · 16 entries with date + reason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2026-04-26T12:23:44Z</dcterms:created>
  <dcterms:modified xsi:type="dcterms:W3CDTF">2026-04-26T12:23:44Z</dcterms:modified>
</cp:coreProperties>
</file>